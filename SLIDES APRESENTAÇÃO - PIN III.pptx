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ifB5uG2aD0J1Lk1Ei9pVs0B/a+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525868-5D18-4850-A9C0-5B85961143AD}" v="5" dt="2026-05-24T22:57:26.3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23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Pereira" userId="d731a5d094df8da5" providerId="LiveId" clId="{0AA75381-2746-4973-BC3E-DF9DC178BCD9}"/>
    <pc:docChg chg="undo custSel modSld sldOrd">
      <pc:chgData name="Lucas Pereira" userId="d731a5d094df8da5" providerId="LiveId" clId="{0AA75381-2746-4973-BC3E-DF9DC178BCD9}" dt="2026-05-24T22:57:26.394" v="141"/>
      <pc:docMkLst>
        <pc:docMk/>
      </pc:docMkLst>
      <pc:sldChg chg="modSp mod modTransition">
        <pc:chgData name="Lucas Pereira" userId="d731a5d094df8da5" providerId="LiveId" clId="{0AA75381-2746-4973-BC3E-DF9DC178BCD9}" dt="2026-05-24T22:57:23.918" v="140"/>
        <pc:sldMkLst>
          <pc:docMk/>
          <pc:sldMk cId="0" sldId="256"/>
        </pc:sldMkLst>
        <pc:spChg chg="mod">
          <ac:chgData name="Lucas Pereira" userId="d731a5d094df8da5" providerId="LiveId" clId="{0AA75381-2746-4973-BC3E-DF9DC178BCD9}" dt="2026-05-24T22:57:15.420" v="139" actId="27636"/>
          <ac:spMkLst>
            <pc:docMk/>
            <pc:sldMk cId="0" sldId="256"/>
            <ac:spMk id="69" creationId="{00000000-0000-0000-0000-000000000000}"/>
          </ac:spMkLst>
        </pc:spChg>
      </pc:sldChg>
      <pc:sldChg chg="modTransition">
        <pc:chgData name="Lucas Pereira" userId="d731a5d094df8da5" providerId="LiveId" clId="{0AA75381-2746-4973-BC3E-DF9DC178BCD9}" dt="2026-05-24T22:57:26.394" v="141"/>
        <pc:sldMkLst>
          <pc:docMk/>
          <pc:sldMk cId="0" sldId="257"/>
        </pc:sldMkLst>
      </pc:sldChg>
      <pc:sldChg chg="addSp delSp modSp mod">
        <pc:chgData name="Lucas Pereira" userId="d731a5d094df8da5" providerId="LiveId" clId="{0AA75381-2746-4973-BC3E-DF9DC178BCD9}" dt="2026-05-24T22:25:14.259" v="83" actId="20577"/>
        <pc:sldMkLst>
          <pc:docMk/>
          <pc:sldMk cId="0" sldId="260"/>
        </pc:sldMkLst>
        <pc:spChg chg="mod">
          <ac:chgData name="Lucas Pereira" userId="d731a5d094df8da5" providerId="LiveId" clId="{0AA75381-2746-4973-BC3E-DF9DC178BCD9}" dt="2026-05-24T22:25:14.259" v="83" actId="20577"/>
          <ac:spMkLst>
            <pc:docMk/>
            <pc:sldMk cId="0" sldId="260"/>
            <ac:spMk id="96" creationId="{00000000-0000-0000-0000-000000000000}"/>
          </ac:spMkLst>
        </pc:spChg>
        <pc:spChg chg="del mod">
          <ac:chgData name="Lucas Pereira" userId="d731a5d094df8da5" providerId="LiveId" clId="{0AA75381-2746-4973-BC3E-DF9DC178BCD9}" dt="2026-05-24T22:24:32.817" v="61" actId="478"/>
          <ac:spMkLst>
            <pc:docMk/>
            <pc:sldMk cId="0" sldId="260"/>
            <ac:spMk id="97" creationId="{00000000-0000-0000-0000-000000000000}"/>
          </ac:spMkLst>
        </pc:spChg>
        <pc:picChg chg="add mod">
          <ac:chgData name="Lucas Pereira" userId="d731a5d094df8da5" providerId="LiveId" clId="{0AA75381-2746-4973-BC3E-DF9DC178BCD9}" dt="2026-05-24T22:24:40.725" v="62" actId="1076"/>
          <ac:picMkLst>
            <pc:docMk/>
            <pc:sldMk cId="0" sldId="260"/>
            <ac:picMk id="2" creationId="{0556448B-ACDE-D744-49B5-2AD836A9A02B}"/>
          </ac:picMkLst>
        </pc:picChg>
      </pc:sldChg>
      <pc:sldChg chg="addSp delSp modSp mod ord">
        <pc:chgData name="Lucas Pereira" userId="d731a5d094df8da5" providerId="LiveId" clId="{0AA75381-2746-4973-BC3E-DF9DC178BCD9}" dt="2026-05-24T22:22:06.208" v="58"/>
        <pc:sldMkLst>
          <pc:docMk/>
          <pc:sldMk cId="0" sldId="261"/>
        </pc:sldMkLst>
        <pc:spChg chg="mod">
          <ac:chgData name="Lucas Pereira" userId="d731a5d094df8da5" providerId="LiveId" clId="{0AA75381-2746-4973-BC3E-DF9DC178BCD9}" dt="2026-05-24T22:20:12.006" v="45" actId="20577"/>
          <ac:spMkLst>
            <pc:docMk/>
            <pc:sldMk cId="0" sldId="261"/>
            <ac:spMk id="103" creationId="{00000000-0000-0000-0000-000000000000}"/>
          </ac:spMkLst>
        </pc:spChg>
        <pc:spChg chg="del mod">
          <ac:chgData name="Lucas Pereira" userId="d731a5d094df8da5" providerId="LiveId" clId="{0AA75381-2746-4973-BC3E-DF9DC178BCD9}" dt="2026-05-24T22:19:54.157" v="3" actId="478"/>
          <ac:spMkLst>
            <pc:docMk/>
            <pc:sldMk cId="0" sldId="261"/>
            <ac:spMk id="104" creationId="{00000000-0000-0000-0000-000000000000}"/>
          </ac:spMkLst>
        </pc:spChg>
        <pc:picChg chg="add mod">
          <ac:chgData name="Lucas Pereira" userId="d731a5d094df8da5" providerId="LiveId" clId="{0AA75381-2746-4973-BC3E-DF9DC178BCD9}" dt="2026-05-24T22:21:05.260" v="52" actId="1076"/>
          <ac:picMkLst>
            <pc:docMk/>
            <pc:sldMk cId="0" sldId="261"/>
            <ac:picMk id="2" creationId="{D4E0CA88-C5D1-01C5-0D05-E13B361CF9D0}"/>
          </ac:picMkLst>
        </pc:picChg>
      </pc:sldChg>
      <pc:sldChg chg="addSp delSp modSp mod">
        <pc:chgData name="Lucas Pereira" userId="d731a5d094df8da5" providerId="LiveId" clId="{0AA75381-2746-4973-BC3E-DF9DC178BCD9}" dt="2026-05-24T22:48:52.567" v="137" actId="20577"/>
        <pc:sldMkLst>
          <pc:docMk/>
          <pc:sldMk cId="0" sldId="262"/>
        </pc:sldMkLst>
        <pc:spChg chg="mod">
          <ac:chgData name="Lucas Pereira" userId="d731a5d094df8da5" providerId="LiveId" clId="{0AA75381-2746-4973-BC3E-DF9DC178BCD9}" dt="2026-05-24T22:48:52.567" v="137" actId="20577"/>
          <ac:spMkLst>
            <pc:docMk/>
            <pc:sldMk cId="0" sldId="262"/>
            <ac:spMk id="110" creationId="{00000000-0000-0000-0000-000000000000}"/>
          </ac:spMkLst>
        </pc:spChg>
        <pc:spChg chg="del mod">
          <ac:chgData name="Lucas Pereira" userId="d731a5d094df8da5" providerId="LiveId" clId="{0AA75381-2746-4973-BC3E-DF9DC178BCD9}" dt="2026-05-24T22:47:36.413" v="88" actId="478"/>
          <ac:spMkLst>
            <pc:docMk/>
            <pc:sldMk cId="0" sldId="262"/>
            <ac:spMk id="111" creationId="{00000000-0000-0000-0000-000000000000}"/>
          </ac:spMkLst>
        </pc:spChg>
        <pc:picChg chg="add mod">
          <ac:chgData name="Lucas Pereira" userId="d731a5d094df8da5" providerId="LiveId" clId="{0AA75381-2746-4973-BC3E-DF9DC178BCD9}" dt="2026-05-24T22:48:24.885" v="97" actId="14100"/>
          <ac:picMkLst>
            <pc:docMk/>
            <pc:sldMk cId="0" sldId="262"/>
            <ac:picMk id="3" creationId="{2A3F575C-CCB4-A53A-3929-B717698B40A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3c43209d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3e3c43209d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9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23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9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0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2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2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3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3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4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4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6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7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7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7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8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8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/>
              <a:t>Projeto de Extensão III</a:t>
            </a:r>
            <a:endParaRPr/>
          </a:p>
        </p:txBody>
      </p:sp>
      <p:pic>
        <p:nvPicPr>
          <p:cNvPr id="68" name="Google Shape;68;p1" title="logo-og.png"/>
          <p:cNvPicPr preferRelativeResize="0"/>
          <p:nvPr/>
        </p:nvPicPr>
        <p:blipFill rotWithShape="1">
          <a:blip r:embed="rId3">
            <a:alphaModFix amt="90000"/>
          </a:blip>
          <a:srcRect t="23376" b="21227"/>
          <a:stretch/>
        </p:blipFill>
        <p:spPr>
          <a:xfrm>
            <a:off x="535000" y="613050"/>
            <a:ext cx="2257599" cy="656550"/>
          </a:xfrm>
          <a:prstGeom prst="rect">
            <a:avLst/>
          </a:prstGeom>
          <a:noFill/>
          <a:ln>
            <a:noFill/>
          </a:ln>
          <a:effectLst>
            <a:outerShdw blurRad="128588" dist="57150" dir="2700000" algn="bl" rotWithShape="0">
              <a:srgbClr val="E69138">
                <a:alpha val="60000"/>
              </a:srgbClr>
            </a:outerShdw>
          </a:effectLst>
        </p:spPr>
      </p:pic>
      <p:sp>
        <p:nvSpPr>
          <p:cNvPr id="69" name="Google Shape;69;p1"/>
          <p:cNvSpPr txBox="1"/>
          <p:nvPr/>
        </p:nvSpPr>
        <p:spPr>
          <a:xfrm>
            <a:off x="390525" y="2789128"/>
            <a:ext cx="8222100" cy="1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Escola de Tecnologias</a:t>
            </a:r>
            <a:endParaRPr sz="18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Tecnologia em Análise e Desenvolvimento de Sistemas</a:t>
            </a:r>
            <a:endParaRPr sz="18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Aplicativo / Sistema: </a:t>
            </a:r>
            <a:r>
              <a:rPr lang="pt-BR" sz="1800" b="1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LEADSYNC</a:t>
            </a:r>
            <a:r>
              <a:rPr lang="pt-BR" sz="1800" b="1" i="0" u="none" strike="noStrike" cap="none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 /</a:t>
            </a:r>
            <a:r>
              <a:rPr lang="pt-BR" sz="1800" b="1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 Sistemas Logísticos e Financeiro</a:t>
            </a:r>
            <a:r>
              <a:rPr lang="pt-BR" sz="1100"/>
              <a:t> </a:t>
            </a:r>
            <a:endParaRPr sz="1800" b="1" i="0" u="none" strike="noStrike" cap="none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2300" b="1"/>
              <a:t>Quem Somos</a:t>
            </a:r>
            <a:endParaRPr sz="2300" b="1"/>
          </a:p>
        </p:txBody>
      </p:sp>
      <p:sp>
        <p:nvSpPr>
          <p:cNvPr id="75" name="Google Shape;75;p2"/>
          <p:cNvSpPr txBox="1">
            <a:spLocks noGrp="1"/>
          </p:cNvSpPr>
          <p:nvPr>
            <p:ph type="body" idx="4294967295"/>
          </p:nvPr>
        </p:nvSpPr>
        <p:spPr>
          <a:xfrm>
            <a:off x="471900" y="837125"/>
            <a:ext cx="8222100" cy="40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b="1">
                <a:solidFill>
                  <a:srgbClr val="000000"/>
                </a:solidFill>
              </a:rPr>
              <a:t>Integrantes:</a:t>
            </a:r>
            <a:endParaRPr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pt-BR" b="1">
                <a:solidFill>
                  <a:srgbClr val="000000"/>
                </a:solidFill>
              </a:rPr>
              <a:t>Kaike Padilha Gavioli</a:t>
            </a:r>
            <a:endParaRPr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pt-BR" b="1">
                <a:solidFill>
                  <a:srgbClr val="000000"/>
                </a:solidFill>
              </a:rPr>
              <a:t>Lucas Pereira dos Santos</a:t>
            </a:r>
            <a:endParaRPr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pt-BR" b="1">
                <a:solidFill>
                  <a:srgbClr val="000000"/>
                </a:solidFill>
              </a:rPr>
              <a:t>Pietro Dias da Silva</a:t>
            </a:r>
            <a:endParaRPr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pt-BR" b="1">
                <a:solidFill>
                  <a:srgbClr val="000000"/>
                </a:solidFill>
              </a:rPr>
              <a:t>Guilherme Dias dos Santos</a:t>
            </a:r>
            <a:endParaRPr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pt-BR" b="1">
                <a:solidFill>
                  <a:srgbClr val="000000"/>
                </a:solidFill>
              </a:rPr>
              <a:t>Gregory Barros de Andrade</a:t>
            </a:r>
            <a:endParaRPr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pt-BR" b="1">
                <a:solidFill>
                  <a:srgbClr val="000000"/>
                </a:solidFill>
              </a:rPr>
              <a:t>Vinicius Novais </a:t>
            </a:r>
            <a:endParaRPr b="1">
              <a:solidFill>
                <a:srgbClr val="000000"/>
              </a:solidFill>
            </a:endParaRPr>
          </a:p>
        </p:txBody>
      </p:sp>
      <p:pic>
        <p:nvPicPr>
          <p:cNvPr id="76" name="Google Shape;7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40325" y="133437"/>
            <a:ext cx="541500" cy="36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>
            <a:spLocks noGrp="1"/>
          </p:cNvSpPr>
          <p:nvPr>
            <p:ph type="title"/>
          </p:nvPr>
        </p:nvSpPr>
        <p:spPr>
          <a:xfrm>
            <a:off x="0" y="16338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 </a:t>
            </a:r>
            <a:r>
              <a:rPr lang="pt-BR" sz="2356" b="1"/>
              <a:t>LEADSYNC / Sistemas Logísticos e Financeiro</a:t>
            </a:r>
            <a:r>
              <a:rPr lang="pt-BR" sz="1656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82" name="Google Shape;8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40325" y="133437"/>
            <a:ext cx="541500" cy="3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3"/>
          <p:cNvSpPr txBox="1">
            <a:spLocks noGrp="1"/>
          </p:cNvSpPr>
          <p:nvPr>
            <p:ph type="body" idx="4294967295"/>
          </p:nvPr>
        </p:nvSpPr>
        <p:spPr>
          <a:xfrm>
            <a:off x="460950" y="869250"/>
            <a:ext cx="8222100" cy="37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pt-BR" sz="23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Problema / Oportunidade</a:t>
            </a:r>
            <a:endParaRPr sz="23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pt-BR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Microempreendedoras do setor de moda feminina inclusiva enfrentam dificuldades na gestão de vendas, estoque e controle financeiro, pois utilizam processos manuais com planilhas, Instagram e WhatsApp. Isso gera falta de organização, perda de vendas, baixa visibilidade da marca e dificuldade em oferecer uma experiência eficiente aos clientes. </a:t>
            </a:r>
            <a:endParaRPr sz="2900"/>
          </a:p>
        </p:txBody>
      </p:sp>
      <p:sp>
        <p:nvSpPr>
          <p:cNvPr id="84" name="Google Shape;84;p3"/>
          <p:cNvSpPr txBox="1"/>
          <p:nvPr/>
        </p:nvSpPr>
        <p:spPr>
          <a:xfrm>
            <a:off x="1028700" y="1543050"/>
            <a:ext cx="6912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3c43209da_0_8"/>
          <p:cNvSpPr txBox="1">
            <a:spLocks noGrp="1"/>
          </p:cNvSpPr>
          <p:nvPr>
            <p:ph type="title"/>
          </p:nvPr>
        </p:nvSpPr>
        <p:spPr>
          <a:xfrm>
            <a:off x="0" y="16338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 </a:t>
            </a:r>
            <a:r>
              <a:rPr lang="pt-BR" sz="2356" b="1"/>
              <a:t>LEADSYNC / Sistemas Logísticos e Financeiro</a:t>
            </a:r>
            <a:r>
              <a:rPr lang="pt-BR" sz="1656" b="1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90" name="Google Shape;90;g3e3c43209da_0_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40325" y="133437"/>
            <a:ext cx="541500" cy="3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e3c43209da_0_8"/>
          <p:cNvSpPr txBox="1">
            <a:spLocks noGrp="1"/>
          </p:cNvSpPr>
          <p:nvPr>
            <p:ph type="body" idx="4294967295"/>
          </p:nvPr>
        </p:nvSpPr>
        <p:spPr>
          <a:xfrm>
            <a:off x="460950" y="869250"/>
            <a:ext cx="8222100" cy="37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pt-BR" sz="23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Solução Proposta </a:t>
            </a:r>
            <a:endParaRPr sz="23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pt-BR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Desenvolvimento de uma plataforma web integrada para gestão de estoque, vendas, finanças e marketing digital da loja Amavi. O sistema permitirá controle automatizado de produtos, relatórios financeiros, dashboard estratégico, cupons de desconto, cashback e integração com WhatsApp e Instagram, proporcionando mais organização, eficiência e crescimento para o negócio. </a:t>
            </a:r>
            <a:endParaRPr sz="2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dirty="0"/>
              <a:t>Diagrama </a:t>
            </a:r>
            <a:r>
              <a:rPr lang="pt-BR" dirty="0" err="1">
                <a:solidFill>
                  <a:srgbClr val="FFFF00"/>
                </a:solidFill>
              </a:rPr>
              <a:t>Diagrama</a:t>
            </a:r>
            <a:r>
              <a:rPr lang="pt-BR" dirty="0">
                <a:solidFill>
                  <a:srgbClr val="FFFF00"/>
                </a:solidFill>
              </a:rPr>
              <a:t> de Contexto</a:t>
            </a:r>
            <a:endParaRPr dirty="0">
              <a:solidFill>
                <a:srgbClr val="FFFF00"/>
              </a:solidFill>
            </a:endParaRPr>
          </a:p>
        </p:txBody>
      </p:sp>
      <p:pic>
        <p:nvPicPr>
          <p:cNvPr id="98" name="Google Shape;9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40325" y="133437"/>
            <a:ext cx="541500" cy="36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0556448B-ACDE-D744-49B5-2AD836A9A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8312" y="796684"/>
            <a:ext cx="5667375" cy="42043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dirty="0"/>
              <a:t>Diagrama </a:t>
            </a:r>
            <a:r>
              <a:rPr lang="pt-BR" dirty="0" err="1">
                <a:solidFill>
                  <a:srgbClr val="FFFF00"/>
                </a:solidFill>
              </a:rPr>
              <a:t>Diagrama</a:t>
            </a:r>
            <a:r>
              <a:rPr lang="pt-BR" dirty="0">
                <a:solidFill>
                  <a:srgbClr val="FFFF00"/>
                </a:solidFill>
              </a:rPr>
              <a:t> de Casos de Uso</a:t>
            </a:r>
            <a:endParaRPr dirty="0">
              <a:solidFill>
                <a:srgbClr val="FFFF00"/>
              </a:solidFill>
            </a:endParaRPr>
          </a:p>
        </p:txBody>
      </p:sp>
      <p:pic>
        <p:nvPicPr>
          <p:cNvPr id="105" name="Google Shape;10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40325" y="133437"/>
            <a:ext cx="541500" cy="36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D4E0CA88-C5D1-01C5-0D05-E13B361CF9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93" y="837394"/>
            <a:ext cx="7449013" cy="4052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dirty="0"/>
              <a:t>Diagrama </a:t>
            </a:r>
            <a:r>
              <a:rPr lang="pt-BR" dirty="0" err="1">
                <a:solidFill>
                  <a:srgbClr val="FFFF00"/>
                </a:solidFill>
              </a:rPr>
              <a:t>Diagrama</a:t>
            </a:r>
            <a:r>
              <a:rPr lang="pt-BR" dirty="0">
                <a:solidFill>
                  <a:srgbClr val="FFFF00"/>
                </a:solidFill>
              </a:rPr>
              <a:t> de Containers</a:t>
            </a:r>
            <a:endParaRPr dirty="0">
              <a:solidFill>
                <a:srgbClr val="FFFF00"/>
              </a:solidFill>
            </a:endParaRPr>
          </a:p>
        </p:txBody>
      </p:sp>
      <p:pic>
        <p:nvPicPr>
          <p:cNvPr id="112" name="Google Shape;11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40325" y="133437"/>
            <a:ext cx="541500" cy="36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A3F575C-CCB4-A53A-3929-B717698B4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6517" y="676507"/>
            <a:ext cx="4790965" cy="43861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pt-BR" b="1" i="1"/>
              <a:t>Obrigado pela sua atenção!</a:t>
            </a:r>
            <a:endParaRPr b="1" i="1"/>
          </a:p>
        </p:txBody>
      </p:sp>
      <p:pic>
        <p:nvPicPr>
          <p:cNvPr id="118" name="Google Shape;118;p7" title="logo-og.png"/>
          <p:cNvPicPr preferRelativeResize="0"/>
          <p:nvPr/>
        </p:nvPicPr>
        <p:blipFill rotWithShape="1">
          <a:blip r:embed="rId3">
            <a:alphaModFix amt="90000"/>
          </a:blip>
          <a:srcRect t="23377" b="21228"/>
          <a:stretch/>
        </p:blipFill>
        <p:spPr>
          <a:xfrm>
            <a:off x="460938" y="657725"/>
            <a:ext cx="2905824" cy="845076"/>
          </a:xfrm>
          <a:prstGeom prst="rect">
            <a:avLst/>
          </a:prstGeom>
          <a:noFill/>
          <a:ln>
            <a:noFill/>
          </a:ln>
          <a:effectLst>
            <a:outerShdw blurRad="128588" dist="57150" dir="2700000" algn="bl" rotWithShape="0">
              <a:srgbClr val="E69138">
                <a:alpha val="60000"/>
              </a:srgbClr>
            </a:outerShdw>
          </a:effectLst>
        </p:spPr>
      </p:pic>
      <p:sp>
        <p:nvSpPr>
          <p:cNvPr id="119" name="Google Shape;119;p7"/>
          <p:cNvSpPr txBox="1"/>
          <p:nvPr/>
        </p:nvSpPr>
        <p:spPr>
          <a:xfrm>
            <a:off x="2723550" y="3078150"/>
            <a:ext cx="36969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>
                <a:solidFill>
                  <a:srgbClr val="F9F9F9"/>
                </a:solidFill>
                <a:latin typeface="Roboto"/>
                <a:ea typeface="Roboto"/>
                <a:cs typeface="Roboto"/>
                <a:sym typeface="Roboto"/>
              </a:rPr>
              <a:t>LEADSYNC - TURMA 03CN</a:t>
            </a:r>
            <a:endParaRPr sz="2200" b="1">
              <a:solidFill>
                <a:srgbClr val="F9F9F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</Words>
  <Application>Microsoft Office PowerPoint</Application>
  <PresentationFormat>Apresentação na tela (16:9)</PresentationFormat>
  <Paragraphs>25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Roboto</vt:lpstr>
      <vt:lpstr>Arial</vt:lpstr>
      <vt:lpstr>Material</vt:lpstr>
      <vt:lpstr>Projeto de Extensão III</vt:lpstr>
      <vt:lpstr>Quem Somos</vt:lpstr>
      <vt:lpstr> LEADSYNC / Sistemas Logísticos e Financeiro </vt:lpstr>
      <vt:lpstr> LEADSYNC / Sistemas Logísticos e Financeiro </vt:lpstr>
      <vt:lpstr>Diagrama Diagrama de Contexto</vt:lpstr>
      <vt:lpstr>Diagrama Diagrama de Casos de Uso</vt:lpstr>
      <vt:lpstr>Diagrama Diagrama de Containers</vt:lpstr>
      <vt:lpstr>Obrigado pela sua atenção!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Isa Cionini</dc:creator>
  <cp:lastModifiedBy>Lucas Pereira</cp:lastModifiedBy>
  <cp:revision>1</cp:revision>
  <dcterms:modified xsi:type="dcterms:W3CDTF">2026-05-24T22:57:29Z</dcterms:modified>
</cp:coreProperties>
</file>